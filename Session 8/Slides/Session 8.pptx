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45" r:id="rId3"/>
    <p:sldId id="378" r:id="rId4"/>
    <p:sldId id="404" r:id="rId5"/>
    <p:sldId id="407" r:id="rId6"/>
    <p:sldId id="408" r:id="rId7"/>
    <p:sldId id="409" r:id="rId8"/>
    <p:sldId id="410" r:id="rId9"/>
    <p:sldId id="411" r:id="rId10"/>
    <p:sldId id="412" r:id="rId11"/>
    <p:sldId id="406" r:id="rId12"/>
    <p:sldId id="31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3DD02-2584-1AAC-83C8-62D67E8B4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F3B68-7274-88AB-3F14-07D743D48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D2324-BD45-6AA3-CD5F-5E27A887FD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5DA070-2934-4614-8D9D-0458B30AE12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DA4AD-D779-529A-819E-6D267D055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83CB4-F636-CC31-CD70-13BCE9A68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677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C2046-C550-D253-445C-BA4B7C195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11EBC-5B39-8D4A-B01A-F0C0274B0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5CE9D-C450-8553-3E19-BC52CFB46C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5DA070-2934-4614-8D9D-0458B30AE12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2A560-0F58-1E36-5242-EED744944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CFD4B-7965-9C58-EFE0-3813636F0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316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012E7-0B7F-5753-0E1C-4C43BFEF9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39B6C-E0C0-B19D-8FDA-FA2A3E4F3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D4BF1-73A3-69AF-B669-9B352F7B63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5DA070-2934-4614-8D9D-0458B30AE12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BF22C-C3DC-D44C-3CCE-8984BA68D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56D49-6066-C1C3-21AB-8F722B290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183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73717-60AF-C232-A6B9-B5D777335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B6B95-1260-2D7D-2684-97ACCEE68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AF21EE-6D6D-6B7E-0C5C-8BEEF1859E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451CE-0D65-E4A1-5D0D-8CC39854B8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5DA070-2934-4614-8D9D-0458B30AE12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70E3C1-A303-F3C0-7586-DA3F1AE27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EDAE34-4DD4-D015-4031-D412358C9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307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5DD7A-4260-78FC-3326-2A87FA752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C8E180-D4DC-5BC0-D8B3-ED8F6774F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60D10E-437C-0060-D7F7-8C99542A8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DB32A8-E91F-39FA-413B-7FCCAD2C99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8DF749-5CC8-46B2-9541-7BB9AF1C6A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36BC06-DACC-26F6-E897-C57364288B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5DA070-2934-4614-8D9D-0458B30AE12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D9F1C2-1EA9-C40E-C9A2-FA15D0D4E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A7A6EE-FBCD-A0E4-F1AC-A9B9857C0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555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081F7-1C72-ECA9-242A-81DC2F37A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BE3F5E-3A4F-EF1F-ABFD-39F5D0E2A1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5DA070-2934-4614-8D9D-0458B30AE12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01FA7-33C3-86CB-374B-05C8ECC95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865599-FF8E-830E-6111-05BA00FBD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336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CA4BEC-03DF-B331-F1B8-9E5B135415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5DA070-2934-4614-8D9D-0458B30AE12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ED20F9-60C1-6370-6A0A-627E924C1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60E87-38C1-64EB-2C05-596F2F237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672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4E93A-D9BA-E74E-FA97-3A96D363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4A949-81A7-7247-7DAC-C1B2C18DB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76E740-4624-EEA2-63A2-7A4FDA1E0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A14C1D-84D3-1561-6248-6B520FCD12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5DA070-2934-4614-8D9D-0458B30AE12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0A0C4-369E-8396-6E32-4ED101AE4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908DFC-F4AD-0E71-F16A-6F16DDA42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054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6F9BC-C033-0369-1DB3-45B2C0259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5400EE-DCCD-AAB0-CF8E-4952318223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F69D4-C16D-DB1E-AC7F-5353318811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13C061-B32E-666F-D3E2-DB0D8DF25E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5DA070-2934-4614-8D9D-0458B30AE12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A54E18-F6E3-C1ED-BFB7-470C6E181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76E64-82F4-8478-C80F-FBA592863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341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D3ECE-FE5B-CCD2-555A-70E6B3241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62C001-38C9-C6F9-BF11-F568C35BC0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7C23A-4235-A62D-D7F0-5636B8E220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5DA070-2934-4614-8D9D-0458B30AE12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FFE783-41AE-D416-2BEB-5AF26E1EB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DEA82-009E-5447-81BE-9B09EA380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749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BB1CB6-E746-A8DE-6138-08D3D6542F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D7824F-7DA5-71C6-74B5-E7F19D162E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F5B94-8561-1659-8689-77B51FAE7B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5DA070-2934-4614-8D9D-0458B30AE12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1A2BE-81D2-69C1-933C-6985CB3C6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DC380-2135-A757-178A-EA6538348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110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4630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red text on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8A1CCC7E-6F70-0C85-F260-EEC3D4193F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4653" y="101060"/>
            <a:ext cx="1913202" cy="11642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E040BF-C392-052B-5990-6368B148E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7764" y="6276175"/>
            <a:ext cx="473540" cy="4735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2F6409B-D42C-4D7E-A008-5B653A2362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2808" y="6276175"/>
            <a:ext cx="473541" cy="48002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2DBE55D-89D5-EB2E-8EEB-5AFCDE6977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5286" y="6276175"/>
            <a:ext cx="473540" cy="4735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3F3262-6093-07CC-62A6-960FBA04FA2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382" y="1595137"/>
            <a:ext cx="5507023" cy="2569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565961-57E3-E87B-F2F6-43B5D745DF75}"/>
              </a:ext>
            </a:extLst>
          </p:cNvPr>
          <p:cNvSpPr txBox="1"/>
          <p:nvPr/>
        </p:nvSpPr>
        <p:spPr>
          <a:xfrm>
            <a:off x="0" y="5229812"/>
            <a:ext cx="44048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MATLAB &amp; Simulink workshop</a:t>
            </a:r>
          </a:p>
          <a:p>
            <a:endParaRPr lang="en-US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Made by: Youssef Ahmed</a:t>
            </a:r>
          </a:p>
        </p:txBody>
      </p:sp>
    </p:spTree>
    <p:extLst>
      <p:ext uri="{BB962C8B-B14F-4D97-AF65-F5344CB8AC3E}">
        <p14:creationId xmlns:p14="http://schemas.microsoft.com/office/powerpoint/2010/main" val="502464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DC94-B74C-B268-FAF7-CE9E1C43E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ACE80423-3437-84C2-6E7A-321813DDF0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6A28A4A-CE04-9DCD-38F7-93EEBE4F5EF9}"/>
              </a:ext>
            </a:extLst>
          </p:cNvPr>
          <p:cNvSpPr/>
          <p:nvPr/>
        </p:nvSpPr>
        <p:spPr>
          <a:xfrm>
            <a:off x="1503800" y="2315447"/>
            <a:ext cx="9184398" cy="1841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6600" dirty="0">
                <a:latin typeface="Arial Black" pitchFamily="34" charset="0"/>
              </a:rPr>
              <a:t>Arduino with Simulink</a:t>
            </a:r>
            <a:endParaRPr lang="ar-EG" sz="6600" dirty="0">
              <a:latin typeface="Arial Black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C73A78-ED01-9591-9EC9-6786E75E0D9F}"/>
              </a:ext>
            </a:extLst>
          </p:cNvPr>
          <p:cNvSpPr txBox="1"/>
          <p:nvPr/>
        </p:nvSpPr>
        <p:spPr>
          <a:xfrm>
            <a:off x="3765106" y="0"/>
            <a:ext cx="46457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FF0000"/>
                </a:solidFill>
              </a:rPr>
              <a:t>Session 7</a:t>
            </a:r>
          </a:p>
        </p:txBody>
      </p:sp>
    </p:spTree>
    <p:extLst>
      <p:ext uri="{BB962C8B-B14F-4D97-AF65-F5344CB8AC3E}">
        <p14:creationId xmlns:p14="http://schemas.microsoft.com/office/powerpoint/2010/main" val="142935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22302-5FFA-752D-D15A-44F2F06F9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E9BEF2D8-8A81-6189-2944-3881469915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35D0656A-D9EC-6E0B-930A-CF52EF5581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pic>
        <p:nvPicPr>
          <p:cNvPr id="9" name="Picture 8" descr="A purple and white rectangle with blue text&#10;&#10;AI-generated content may be incorrect.">
            <a:extLst>
              <a:ext uri="{FF2B5EF4-FFF2-40B4-BE49-F238E27FC236}">
                <a16:creationId xmlns:a16="http://schemas.microsoft.com/office/drawing/2014/main" id="{68E512D6-6276-4388-EDAA-F0892353FA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21" t="7797" r="13367" b="8540"/>
          <a:stretch>
            <a:fillRect/>
          </a:stretch>
        </p:blipFill>
        <p:spPr>
          <a:xfrm>
            <a:off x="3185326" y="1656863"/>
            <a:ext cx="5805303" cy="39803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E228EB-9688-37C1-4194-7887ACB5C0BA}"/>
              </a:ext>
            </a:extLst>
          </p:cNvPr>
          <p:cNvSpPr txBox="1"/>
          <p:nvPr/>
        </p:nvSpPr>
        <p:spPr>
          <a:xfrm>
            <a:off x="1651495" y="199417"/>
            <a:ext cx="88890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FF0000"/>
                </a:solidFill>
              </a:rPr>
              <a:t>Last session recap</a:t>
            </a:r>
          </a:p>
        </p:txBody>
      </p:sp>
    </p:spTree>
    <p:extLst>
      <p:ext uri="{BB962C8B-B14F-4D97-AF65-F5344CB8AC3E}">
        <p14:creationId xmlns:p14="http://schemas.microsoft.com/office/powerpoint/2010/main" val="1513643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96F5A-3E64-9816-AC77-9028117B3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900A342A-2BCE-24E9-90C3-2E2E12DD8D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4F7771-1CE0-20C0-FE85-008C29B7959A}"/>
              </a:ext>
            </a:extLst>
          </p:cNvPr>
          <p:cNvSpPr txBox="1"/>
          <p:nvPr/>
        </p:nvSpPr>
        <p:spPr>
          <a:xfrm>
            <a:off x="2504153" y="130591"/>
            <a:ext cx="71836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What is Arduino?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7377A2-9BC4-5253-02D4-DD2BA085CD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3339" y="796339"/>
            <a:ext cx="5265322" cy="5265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929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82C73-7283-5F92-535E-F278734DF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334FC1FE-A6F5-5121-ACFA-21E4D138930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B828FF4-9B6F-19B1-E59D-5635B372EA87}"/>
              </a:ext>
            </a:extLst>
          </p:cNvPr>
          <p:cNvSpPr txBox="1"/>
          <p:nvPr/>
        </p:nvSpPr>
        <p:spPr>
          <a:xfrm>
            <a:off x="2504153" y="130591"/>
            <a:ext cx="71836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Arduino with Simulink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92578C-D0D3-0102-783D-274446F49C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3339" y="796339"/>
            <a:ext cx="5265322" cy="52653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F7A20C-417A-849D-3C87-98ADA794701D}"/>
              </a:ext>
            </a:extLst>
          </p:cNvPr>
          <p:cNvSpPr txBox="1"/>
          <p:nvPr/>
        </p:nvSpPr>
        <p:spPr>
          <a:xfrm>
            <a:off x="0" y="961588"/>
            <a:ext cx="116512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What is Arduino??</a:t>
            </a:r>
          </a:p>
        </p:txBody>
      </p:sp>
    </p:spTree>
    <p:extLst>
      <p:ext uri="{BB962C8B-B14F-4D97-AF65-F5344CB8AC3E}">
        <p14:creationId xmlns:p14="http://schemas.microsoft.com/office/powerpoint/2010/main" val="3238926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EBA25-8E8D-E39A-63C2-47F7BCBC1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82E48A29-A225-ED89-A5D6-E1FEA0B706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6EC343-C414-ECB4-0595-0F8517E979D3}"/>
              </a:ext>
            </a:extLst>
          </p:cNvPr>
          <p:cNvSpPr txBox="1"/>
          <p:nvPr/>
        </p:nvSpPr>
        <p:spPr>
          <a:xfrm>
            <a:off x="2504153" y="130591"/>
            <a:ext cx="71836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Arduino with Simulink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A14157-10C6-EF07-CA03-E58B2A04B010}"/>
              </a:ext>
            </a:extLst>
          </p:cNvPr>
          <p:cNvSpPr txBox="1"/>
          <p:nvPr/>
        </p:nvSpPr>
        <p:spPr>
          <a:xfrm>
            <a:off x="0" y="961588"/>
            <a:ext cx="116512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Arduino boards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580170-078B-8C7D-537E-D79304780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5048" y="1633180"/>
            <a:ext cx="5401905" cy="359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3136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28B34-6B77-4232-9DBF-038768B7C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D9DBDBC4-E7D9-773F-C794-7526CA9E86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2998B4B-8CB2-2A15-5C74-2F36E2D51F40}"/>
              </a:ext>
            </a:extLst>
          </p:cNvPr>
          <p:cNvSpPr txBox="1"/>
          <p:nvPr/>
        </p:nvSpPr>
        <p:spPr>
          <a:xfrm>
            <a:off x="2504153" y="130591"/>
            <a:ext cx="71836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Arduino with Simulink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150D63-71E1-FE62-DA47-212D6C71BF7A}"/>
              </a:ext>
            </a:extLst>
          </p:cNvPr>
          <p:cNvSpPr txBox="1"/>
          <p:nvPr/>
        </p:nvSpPr>
        <p:spPr>
          <a:xfrm>
            <a:off x="0" y="961588"/>
            <a:ext cx="116512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Arduino Uno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D8E2F0-FD2C-6552-A4EA-3CC2B02E3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8262" y="1558663"/>
            <a:ext cx="6835477" cy="374067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176293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35157-E9B6-6A6D-FA4C-33E1FA6BC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2113752B-416A-26D2-0A89-F69089C9CF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0BEBCB-F859-6ADD-3B35-1F878DE974C3}"/>
              </a:ext>
            </a:extLst>
          </p:cNvPr>
          <p:cNvSpPr txBox="1"/>
          <p:nvPr/>
        </p:nvSpPr>
        <p:spPr>
          <a:xfrm>
            <a:off x="2504153" y="130591"/>
            <a:ext cx="71836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Arduino with Simulink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73B2B4-2BB5-A97D-D174-213D49D1384E}"/>
              </a:ext>
            </a:extLst>
          </p:cNvPr>
          <p:cNvSpPr txBox="1"/>
          <p:nvPr/>
        </p:nvSpPr>
        <p:spPr>
          <a:xfrm>
            <a:off x="0" y="961588"/>
            <a:ext cx="116512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ESP32 Dev-board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BD043A-EE1D-D6F6-7154-3E20ED5B6E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378" y="1717664"/>
            <a:ext cx="4943244" cy="342267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510593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21BF5-8F3F-7B51-0DAB-76E95E9B9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1C750818-E477-33D6-9DA0-5ADD06D7C5E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BDFD4D-41CB-41CC-2ADB-51446B3BD3CC}"/>
              </a:ext>
            </a:extLst>
          </p:cNvPr>
          <p:cNvSpPr txBox="1"/>
          <p:nvPr/>
        </p:nvSpPr>
        <p:spPr>
          <a:xfrm>
            <a:off x="2504153" y="130591"/>
            <a:ext cx="71836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Arduino with Simulink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A8F656-DDDA-D650-7E37-D55883D89EC2}"/>
              </a:ext>
            </a:extLst>
          </p:cNvPr>
          <p:cNvSpPr txBox="1"/>
          <p:nvPr/>
        </p:nvSpPr>
        <p:spPr>
          <a:xfrm>
            <a:off x="0" y="961588"/>
            <a:ext cx="116512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ESP32 wroom32 (30-pin)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AE2825-00BF-C1C8-65D8-6E7FA68D34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6000" y="1661220"/>
            <a:ext cx="5939997" cy="423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3961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57C56-BD5B-28D2-A71C-BA07CFDC8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86033A47-2433-47F7-215A-B0B656CB41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47FE4A-5ACC-0270-57FA-B9D49760CDD0}"/>
              </a:ext>
            </a:extLst>
          </p:cNvPr>
          <p:cNvSpPr txBox="1"/>
          <p:nvPr/>
        </p:nvSpPr>
        <p:spPr>
          <a:xfrm>
            <a:off x="2504153" y="130591"/>
            <a:ext cx="71836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Arduino with Simulink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D19DAE-579A-C3B9-0B2F-EE282BCCBB6B}"/>
              </a:ext>
            </a:extLst>
          </p:cNvPr>
          <p:cNvSpPr txBox="1"/>
          <p:nvPr/>
        </p:nvSpPr>
        <p:spPr>
          <a:xfrm>
            <a:off x="0" y="961588"/>
            <a:ext cx="116512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Who actually process the Simulink model??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368F13-AACC-C661-BB17-1A3C258989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582" y="1800428"/>
            <a:ext cx="7886836" cy="366480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6A92B3F-F3AB-4A10-4E30-7637A38958AD}"/>
              </a:ext>
            </a:extLst>
          </p:cNvPr>
          <p:cNvSpPr/>
          <p:nvPr/>
        </p:nvSpPr>
        <p:spPr>
          <a:xfrm>
            <a:off x="4591665" y="2900516"/>
            <a:ext cx="4670322" cy="5847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8181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EE416-6EBD-B87A-2A35-824881341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020CD5CB-BB1C-00A1-E842-2D35BD6A79C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ADDBCE71-14F3-247E-18CF-784640C4B7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81851D-5980-2970-CA2A-200448FD1C4C}"/>
              </a:ext>
            </a:extLst>
          </p:cNvPr>
          <p:cNvSpPr txBox="1"/>
          <p:nvPr/>
        </p:nvSpPr>
        <p:spPr>
          <a:xfrm>
            <a:off x="3773127" y="130591"/>
            <a:ext cx="4645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MATLAB time! </a:t>
            </a:r>
          </a:p>
        </p:txBody>
      </p:sp>
      <p:pic>
        <p:nvPicPr>
          <p:cNvPr id="9" name="Picture 8" descr="A colorful curved object with a black background&#10;&#10;AI-generated content may be incorrect.">
            <a:extLst>
              <a:ext uri="{FF2B5EF4-FFF2-40B4-BE49-F238E27FC236}">
                <a16:creationId xmlns:a16="http://schemas.microsoft.com/office/drawing/2014/main" id="{2D7EBF35-E9C1-2977-E10D-0CCBBB4719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55" r="12955" b="2111"/>
          <a:stretch>
            <a:fillRect/>
          </a:stretch>
        </p:blipFill>
        <p:spPr>
          <a:xfrm>
            <a:off x="3478782" y="1631475"/>
            <a:ext cx="5234434" cy="41063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6356C35-0504-E661-1C50-5941CA1907AB}"/>
              </a:ext>
            </a:extLst>
          </p:cNvPr>
          <p:cNvSpPr txBox="1"/>
          <p:nvPr/>
        </p:nvSpPr>
        <p:spPr>
          <a:xfrm>
            <a:off x="2027579" y="715366"/>
            <a:ext cx="81368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Now let’s see what we covered so far in MATLAB</a:t>
            </a:r>
          </a:p>
        </p:txBody>
      </p:sp>
    </p:spTree>
    <p:extLst>
      <p:ext uri="{BB962C8B-B14F-4D97-AF65-F5344CB8AC3E}">
        <p14:creationId xmlns:p14="http://schemas.microsoft.com/office/powerpoint/2010/main" val="3134581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C1E474-BEC1-D686-FC5C-323390384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559294"/>
            <a:ext cx="12191999" cy="6298279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-428"/>
            <a:ext cx="6096001" cy="6858000"/>
          </a:xfrm>
          <a:prstGeom prst="rect">
            <a:avLst/>
          </a:prstGeom>
          <a:gradFill>
            <a:gsLst>
              <a:gs pos="13000">
                <a:srgbClr val="000000">
                  <a:alpha val="72000"/>
                </a:srgbClr>
              </a:gs>
              <a:gs pos="99000">
                <a:schemeClr val="accent1">
                  <a:lumMod val="50000"/>
                  <a:alpha val="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0029C4-DA7C-2DA5-4E42-CD64C57E0E57}"/>
              </a:ext>
            </a:extLst>
          </p:cNvPr>
          <p:cNvSpPr/>
          <p:nvPr/>
        </p:nvSpPr>
        <p:spPr>
          <a:xfrm>
            <a:off x="1145136" y="1028700"/>
            <a:ext cx="9947305" cy="1090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2B3ACB3-D689-442E-8A40-8680B0FEB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063256" y="400727"/>
            <a:ext cx="4065484" cy="8849062"/>
          </a:xfrm>
          <a:custGeom>
            <a:avLst/>
            <a:gdLst>
              <a:gd name="connsiteX0" fmla="*/ 0 w 4065484"/>
              <a:gd name="connsiteY0" fmla="*/ 4424531 h 8849062"/>
              <a:gd name="connsiteX1" fmla="*/ 3899197 w 4065484"/>
              <a:gd name="connsiteY1" fmla="*/ 8840480 h 8849062"/>
              <a:gd name="connsiteX2" fmla="*/ 4065484 w 4065484"/>
              <a:gd name="connsiteY2" fmla="*/ 8849062 h 8849062"/>
              <a:gd name="connsiteX3" fmla="*/ 4065483 w 4065484"/>
              <a:gd name="connsiteY3" fmla="*/ 0 h 8849062"/>
              <a:gd name="connsiteX4" fmla="*/ 3899197 w 4065484"/>
              <a:gd name="connsiteY4" fmla="*/ 8581 h 8849062"/>
              <a:gd name="connsiteX5" fmla="*/ 0 w 4065484"/>
              <a:gd name="connsiteY5" fmla="*/ 4424531 h 884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65484" h="8849062">
                <a:moveTo>
                  <a:pt x="0" y="4424531"/>
                </a:moveTo>
                <a:cubicBezTo>
                  <a:pt x="0" y="6722831"/>
                  <a:pt x="1709076" y="8613167"/>
                  <a:pt x="3899197" y="8840480"/>
                </a:cubicBezTo>
                <a:lnTo>
                  <a:pt x="4065484" y="8849062"/>
                </a:lnTo>
                <a:lnTo>
                  <a:pt x="4065483" y="0"/>
                </a:lnTo>
                <a:lnTo>
                  <a:pt x="3899197" y="8581"/>
                </a:lnTo>
                <a:cubicBezTo>
                  <a:pt x="1709075" y="235897"/>
                  <a:pt x="0" y="2126232"/>
                  <a:pt x="0" y="442453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"/>
                </a:schemeClr>
              </a:gs>
              <a:gs pos="68000">
                <a:schemeClr val="accent1">
                  <a:alpha val="15000"/>
                </a:schemeClr>
              </a:gs>
            </a:gsLst>
            <a:lin ang="21594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709224E7-DC9F-52B0-7643-14EACF5D71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840" t="-9893" r="-8840" b="12"/>
          <a:stretch>
            <a:fillRect/>
          </a:stretch>
        </p:blipFill>
        <p:spPr>
          <a:xfrm>
            <a:off x="1671466" y="2792088"/>
            <a:ext cx="8849063" cy="3859009"/>
          </a:xfrm>
          <a:custGeom>
            <a:avLst/>
            <a:gdLst/>
            <a:ahLst/>
            <a:cxnLst/>
            <a:rect l="l" t="t" r="r" b="b"/>
            <a:pathLst>
              <a:path w="7519558" h="3506255">
                <a:moveTo>
                  <a:pt x="3759779" y="0"/>
                </a:moveTo>
                <a:cubicBezTo>
                  <a:pt x="5713450" y="0"/>
                  <a:pt x="7320331" y="1484777"/>
                  <a:pt x="7513560" y="3387468"/>
                </a:cubicBezTo>
                <a:lnTo>
                  <a:pt x="7519558" y="3506255"/>
                </a:lnTo>
                <a:lnTo>
                  <a:pt x="0" y="3506255"/>
                </a:lnTo>
                <a:lnTo>
                  <a:pt x="5998" y="3387468"/>
                </a:lnTo>
                <a:cubicBezTo>
                  <a:pt x="199227" y="1484777"/>
                  <a:pt x="1806109" y="0"/>
                  <a:pt x="3759779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124367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4611</TotalTime>
  <Words>77</Words>
  <Application>Microsoft Office PowerPoint</Application>
  <PresentationFormat>Widescreen</PresentationFormat>
  <Paragraphs>22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Hazem Ahmed Khairy Ahmed Abd El Halim 2200398</dc:creator>
  <cp:lastModifiedBy>Youeesf Ahmed</cp:lastModifiedBy>
  <cp:revision>53</cp:revision>
  <dcterms:created xsi:type="dcterms:W3CDTF">2025-11-15T13:40:51Z</dcterms:created>
  <dcterms:modified xsi:type="dcterms:W3CDTF">2026-02-25T08:35:49Z</dcterms:modified>
</cp:coreProperties>
</file>